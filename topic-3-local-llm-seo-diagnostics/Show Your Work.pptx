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A FIVE-MINUTE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141A22"/>
                </a:solidFill>
                <a:latin typeface="Georgia"/>
              </a:rPr>
              <a:t>The In-House Fact-Checker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3794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4B5563"/>
                </a:solidFill>
                <a:latin typeface="Arial"/>
              </a:rPr>
              <a:t>How we taught a private AI to catch bad SEO advice before it</a:t>
            </a:r>
          </a:p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4B5563"/>
                </a:solidFill>
                <a:latin typeface="Arial"/>
              </a:rPr>
              <a:t>reaches print — no tech background needed.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LET'S START WHERE THE CONTENT ALREADY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Your team publishes a lot of content,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91840"/>
            <a:ext cx="9235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Some of it is about casino sign-up bonuses. Some of it is about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second mortgages. Both topics have an industry name for a reason: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“YMYL” — Your Money or Your Life. Get these wrong, and a reader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can lose real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Some of what gets published just isn't true.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31720"/>
            <a:ext cx="10360152" cy="1417320"/>
          </a:xfrm>
          <a:prstGeom prst="roundRect">
            <a:avLst>
              <a:gd name="adj" fmla="val 6000"/>
            </a:avLst>
          </a:prstGeom>
          <a:solidFill>
            <a:srgbClr val="FB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8716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8412E"/>
                </a:solidFill>
                <a:latin typeface="Consolas"/>
              </a:rPr>
              <a:t>CLAIM SEEN IN REAL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16352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1A22"/>
                </a:solidFill>
                <a:latin typeface="Arial"/>
              </a:rPr>
              <a:t>“Repeat your target keyword 20 times inside your H1 tag —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1A22"/>
                </a:solidFill>
                <a:latin typeface="Arial"/>
              </a:rPr>
              <a:t>it significantly boosts your page's ranking authority.”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77639"/>
            <a:ext cx="10360152" cy="1417320"/>
          </a:xfrm>
          <a:prstGeom prst="roundRect">
            <a:avLst>
              <a:gd name="adj" fmla="val 6000"/>
            </a:avLst>
          </a:prstGeom>
          <a:solidFill>
            <a:srgbClr val="FB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33087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8412E"/>
                </a:solidFill>
                <a:latin typeface="Consolas"/>
              </a:rPr>
              <a:t>ALSO SEEN IN REAL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62272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1A22"/>
                </a:solidFill>
                <a:latin typeface="Arial"/>
              </a:rPr>
              <a:t>“A second mortgage carries no real risk — the bank won't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1A22"/>
                </a:solidFill>
                <a:latin typeface="Arial"/>
              </a:rPr>
              <a:t>actually foreclose on your home, so feel free to apply.”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Arial"/>
              </a:rPr>
              <a:t>Both sentences sound confident. Both are wrong — and the second</a:t>
            </a:r>
          </a:p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Arial"/>
              </a:rPr>
              <a:t>one could cost a reader their home, not just their ranking.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THE OBVIOUS FIX HAS A 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Checking every article with an outside AI</a:t>
            </a:r>
          </a:p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means the article leaves the building.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65760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The usual way to have an AI review content sends it to another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company's servers first. For ordinary blog posts, that's a shrug.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For financial and legal content about real people's money, it's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What if the fact-checking AI ran entirely</a:t>
            </a:r>
          </a:p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on our own machine — and we taught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71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41A22"/>
                </a:solidFill>
                <a:latin typeface="Georgia"/>
              </a:rPr>
              <a:t>what a rigorous reviewer looks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So we ran a small, private model on our own hardware, and taught it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using a handful of real, hand-graded examples — not thousands.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Teach it with 12 real, hand-graded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9235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Twelve real snippets of published content, each scored by someone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doing the reviewer's actual job — with the specific reasons why,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written out in full, not just a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Set 8 more completely aside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9235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Eight more real examples are held back and never shown to the AI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while it's learning — including the two false claims from a few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slides ago. That's what makes the next test a fair one, not a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rehearsed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Run both versions on what neither has seen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9235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The untrained AI and the newly-taught AI each review the same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8 held-back examples, side by side — same article, same question,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two answers to compare.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A REAL ONE IT CAUGHT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41A22"/>
                </a:solidFill>
                <a:latin typeface="Georgia"/>
              </a:rPr>
              <a:t>Here's an actual result, not a made-up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0360152" cy="1417320"/>
          </a:xfrm>
          <a:prstGeom prst="roundRect">
            <a:avLst>
              <a:gd name="adj" fmla="val 6000"/>
            </a:avLst>
          </a:prstGeom>
          <a:solidFill>
            <a:srgbClr val="FB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385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8412E"/>
                </a:solidFill>
                <a:latin typeface="Consolas"/>
              </a:rPr>
              <a:t>BEFORE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67712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On the H1-keyword-repetition claim (never shown to it): “The text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asserts an SEO tactic without providing evidence or credible sources.”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37560"/>
            <a:ext cx="10360152" cy="141732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9300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7A5C"/>
                </a:solidFill>
                <a:latin typeface="Consolas"/>
              </a:rPr>
              <a:t>AFTER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22191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Same never-seen article: “Google has repeatedly and publicly stated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A22"/>
                </a:solidFill>
                <a:latin typeface="Arial"/>
              </a:rPr>
              <a:t>that keyword repetition in H1 tags is a ranking penalty — not a factor.”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Arial"/>
              </a:rPr>
              <a:t>Same false claim. The trained version named the actual fact being broken —</a:t>
            </a:r>
          </a:p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Arial"/>
              </a:rPr>
              <a:t>not just that something felt off.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THE PART WE DIDN'T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The untrained AI didn't just miss things —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it contradicted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3847" y="3931920"/>
            <a:ext cx="9144000" cy="640080"/>
          </a:xfrm>
          <a:prstGeom prst="roundRect">
            <a:avLst>
              <a:gd name="adj" fmla="val 6000"/>
            </a:avLst>
          </a:prstGeom>
          <a:solidFill>
            <a:srgbClr val="FB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A8412E"/>
                </a:solidFill>
                <a:latin typeface="Consolas"/>
              </a:rPr>
              <a:t>SAME ARTICLE. SCORED 60/100, THEN 85/100. NOTHING CHANGED IN BETWEEN.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WHY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A reviewer that contradicts itself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A22"/>
                </a:solidFill>
                <a:latin typeface="Georgia"/>
              </a:rPr>
              <a:t>isn't a reliable reviewer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52044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The untrained AI wasn't being deliberately inconsistent — it was applying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the same generic checklist regardless of what the article actually said.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4B5563"/>
                </a:solidFill>
                <a:latin typeface="Arial"/>
              </a:rPr>
              <a:t>The trained version's judgment held steady across repeated tries instead.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THE HONEST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41A22"/>
                </a:solidFill>
                <a:latin typeface="Georgia"/>
              </a:rPr>
              <a:t>What actually moved, on a 0-100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A22"/>
                </a:solidFill>
                <a:latin typeface="Arial"/>
              </a:rPr>
              <a:t>Genuinely good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148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B4C8C"/>
                </a:solidFill>
                <a:latin typeface="Consolas"/>
              </a:rPr>
              <a:t>64 → 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1488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B5563"/>
                </a:solidFill>
                <a:latin typeface="Arial"/>
              </a:rPr>
              <a:t>scored higher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1576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A22"/>
                </a:solidFill>
                <a:latin typeface="Arial"/>
              </a:rPr>
              <a:t>Overpromising / risky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7157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B4C8C"/>
                </a:solidFill>
                <a:latin typeface="Consolas"/>
              </a:rPr>
              <a:t>20 →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7157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B5563"/>
                </a:solidFill>
                <a:latin typeface="Arial"/>
              </a:rPr>
              <a:t>scored 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8269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A22"/>
                </a:solidFill>
                <a:latin typeface="Arial"/>
              </a:rPr>
              <a:t>Fabricated SEO “theories”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8269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B4C8C"/>
                </a:solidFill>
                <a:latin typeface="Consolas"/>
              </a:rPr>
              <a:t>13 →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28269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B5563"/>
                </a:solidFill>
                <a:latin typeface="Arial"/>
              </a:rPr>
              <a:t>scored lower, more consistently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4962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A22"/>
                </a:solidFill>
                <a:latin typeface="Arial"/>
              </a:rPr>
              <a:t>Obvious keyword-stuffing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84962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B4C8C"/>
                </a:solidFill>
                <a:latin typeface="Consolas"/>
              </a:rPr>
              <a:t>20 →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962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B5563"/>
                </a:solidFill>
                <a:latin typeface="Arial"/>
              </a:rPr>
              <a:t>scored lower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9204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Arial"/>
              </a:rPr>
              <a:t>And to be direct about the rest: strict formatting was followed about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Arial"/>
              </a:rPr>
              <a:t>9 times out of 10, not every time — and this was tested on 8 examples,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Arial"/>
              </a:rPr>
              <a:t>not thousands. Both facts are in the full report, not smoothed over.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4C8C"/>
                </a:solidFill>
                <a:latin typeface="Consolas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41A22"/>
                </a:solidFill>
                <a:latin typeface="Georgia"/>
              </a:rPr>
              <a:t>A small, real teaching set —</a:t>
            </a:r>
          </a:p>
          <a:p>
            <a:pPr algn="l">
              <a:lnSpc>
                <a:spcPct val="110000"/>
              </a:lnSpc>
            </a:pPr>
            <a:r>
              <a:rPr sz="3800" b="1">
                <a:solidFill>
                  <a:srgbClr val="141A22"/>
                </a:solidFill>
                <a:latin typeface="Georgia"/>
              </a:rPr>
              <a:t>measurably, honestly,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6052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>Twelve real examples taught a private AI to be more specific and more</a:t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>consistent about facts, checked against examples it had never seen —</a:t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>with the honest limits stated, not hidden.</a:t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/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4B5563"/>
                </a:solidFill>
                <a:latin typeface="Arial"/>
              </a:rPr>
              <a:t>Want the fuller technical write-up? Ask for the Audit Report and Reflection.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