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A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141A22"/>
                </a:solidFill>
                <a:latin typeface="Georgia"/>
              </a:rPr>
              <a:t>The Negotiating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7947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4B5563"/>
                </a:solidFill>
                <a:latin typeface="Arial"/>
              </a:rPr>
              <a:t>How two AIs with opposite goals reach an honest compromise —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4B5563"/>
                </a:solidFill>
                <a:latin typeface="Arial"/>
              </a:rPr>
              <a:t>no tech background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EVERY CONTENT TEAM HAS THIS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person chasing clicks, and the person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keeping things honest, rarely agree.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One wants the boldest possible headline. The other has to make sure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nothing in it is misleading, illegal, or reckless. Both are doing their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job — the disagreement is the point, not a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Usually, one side just wins — quietly.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Compliance vetoes everything until it's bland, or marketing ships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something risky before anyone catches it. Either way, there's rarely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a clear record of what was actually negotiated, or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What if we made two AIs argue it out —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on purpose?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8328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One AI is built to maximize clicks. A second, separate AI is built to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enforce the real rules. They're forced into a structured back-and-forth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until they agree — with every round of the argument on the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Planner drafts, chasing clicks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35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No compliance instinct built in on purpose — its only job is to write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most eye-catching version of the content it can.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Auditor checks it against the real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35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If it fails, the Auditor doesn't just say “no” — it names exactly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which claim is the problem and why, 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Planner revises — addressing exactly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what was flagged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66160"/>
            <a:ext cx="9235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Not stripping out everything that could possibly be a problem — fixing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specific issue while keeping the content genuinely compelling.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Repeat until both agree — or a hard cap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stops endless back-and-forth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6616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Most disagreements resolve in one or two rounds. If they genuinely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can't agree within the limit, the system says so honestly — it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doesn't quietly pick a side and pretend everything's fine.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A REAL ONE IT CAUGHT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41A22"/>
                </a:solidFill>
                <a:latin typeface="Georgia"/>
              </a:rPr>
              <a:t>Here's an actual negotiation, not a made-up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0152" cy="155448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92807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412E"/>
                </a:solidFill>
                <a:latin typeface="Consolas"/>
              </a:rPr>
              <a:t>ROUND 0 — 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21991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Planner's headline promised “guaranteed profit” and “guaranteed payout.”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Auditor: named both banned phrases specifically, and explained why each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one is a problem — not just “this violates policy.”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2900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8444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7A5C"/>
                </a:solidFill>
                <a:latin typeface="Consolas"/>
              </a:rPr>
              <a:t>ROUND 1 —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2"/>
            <a:ext cx="97840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Planner reframed around verifiable licensing, identity checks, and real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withdrawal processing times — still built to be clicked, just no longer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an unconditional 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Two rounds. A real disagreement, a real fix — not a rewrite from scratch.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PART WE DIDN'T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Auditor didn't apply one rulebook blindly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to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company's compliance manual was written for mortgage content. When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asked to review a casino ad instead, the Auditor correctly said those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specific rules didn't apply here — and reasoned from the actual banned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phrases instead of forcing an irrelevant citation.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BEING HONEST ABOUT WHAT THIS DOES AND DOESN'T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One real test scenario so far —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not a large-scale 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6687" y="3931920"/>
            <a:ext cx="9418320" cy="64008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A8412E"/>
                </a:solidFill>
                <a:latin typeface="Consolas"/>
              </a:rPr>
              <a:t>THE “WALK AWAY WITHOUT AGREEING” SAFETY VALVE EXISTS, BUT HASN'T FIRED FOR REAL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22"/>
                </a:solidFill>
                <a:latin typeface="Georgia"/>
              </a:rPr>
              <a:t>A documented compromise —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22"/>
                </a:solidFill>
                <a:latin typeface="Georgia"/>
              </a:rPr>
              <a:t>not a quiet win for either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A repeatable way to force competing priorities into an honest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compromise, with the full back-and-forth kept as the record of why —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not just what the final version says.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Want the fuller technical write-up? Ask for the Audit Report and Lineage.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